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24" b="1"/>
            </a:pPr>
            <a:r>
              <a:t>SoundPure — Frontend Website 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46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28"/>
            </a:pPr>
            <a:r>
              <a:t>12 individual visual reference screens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01 — Home / Hero</a:t>
            </a:r>
          </a:p>
        </p:txBody>
      </p:sp>
      <p:pic>
        <p:nvPicPr>
          <p:cNvPr id="3" name="Picture 2" descr="01_Hom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822960"/>
            <a:ext cx="11430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02 — Product Overview</a:t>
            </a:r>
          </a:p>
        </p:txBody>
      </p:sp>
      <p:pic>
        <p:nvPicPr>
          <p:cNvPr id="3" name="Picture 2" descr="02_Produc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822960"/>
            <a:ext cx="11430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03 — Product Details</a:t>
            </a:r>
          </a:p>
        </p:txBody>
      </p:sp>
      <p:pic>
        <p:nvPicPr>
          <p:cNvPr id="3" name="Picture 2" descr="03_Product_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822960"/>
            <a:ext cx="11430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04 — Features</a:t>
            </a:r>
          </a:p>
        </p:txBody>
      </p:sp>
      <p:pic>
        <p:nvPicPr>
          <p:cNvPr id="3" name="Picture 2" descr="04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822960"/>
            <a:ext cx="11430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05 — Customer Reviews</a:t>
            </a:r>
          </a:p>
        </p:txBody>
      </p:sp>
      <p:pic>
        <p:nvPicPr>
          <p:cNvPr id="3" name="Picture 2" descr="05_Customer_Re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822960"/>
            <a:ext cx="11430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06 — Support</a:t>
            </a:r>
          </a:p>
        </p:txBody>
      </p:sp>
      <p:pic>
        <p:nvPicPr>
          <p:cNvPr id="3" name="Picture 2" descr="06_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822960"/>
            <a:ext cx="11430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07 — Shopping Cart</a:t>
            </a:r>
          </a:p>
        </p:txBody>
      </p:sp>
      <p:pic>
        <p:nvPicPr>
          <p:cNvPr id="3" name="Picture 2" descr="07_Shopping_C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822960"/>
            <a:ext cx="11430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08 — Secure Checkout</a:t>
            </a:r>
          </a:p>
        </p:txBody>
      </p:sp>
      <p:pic>
        <p:nvPicPr>
          <p:cNvPr id="3" name="Picture 2" descr="08_Secure_Check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822960"/>
            <a:ext cx="11430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09 — Order Confirmation</a:t>
            </a:r>
          </a:p>
        </p:txBody>
      </p:sp>
      <p:pic>
        <p:nvPicPr>
          <p:cNvPr id="3" name="Picture 2" descr="09_Order_Confir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822960"/>
            <a:ext cx="11430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10 — Account Dashboard</a:t>
            </a:r>
          </a:p>
        </p:txBody>
      </p:sp>
      <p:pic>
        <p:nvPicPr>
          <p:cNvPr id="3" name="Picture 2" descr="10_Accou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822960"/>
            <a:ext cx="11430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11 — Orders</a:t>
            </a:r>
          </a:p>
        </p:txBody>
      </p:sp>
      <p:pic>
        <p:nvPicPr>
          <p:cNvPr id="3" name="Picture 2" descr="11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822960"/>
            <a:ext cx="11430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12 — 404 Page</a:t>
            </a:r>
          </a:p>
        </p:txBody>
      </p:sp>
      <p:pic>
        <p:nvPicPr>
          <p:cNvPr id="3" name="Picture 2" descr="12_404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822960"/>
            <a:ext cx="11430000" cy="571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