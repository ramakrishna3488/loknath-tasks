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01 - Home Page</a:t>
            </a:r>
          </a:p>
        </p:txBody>
      </p:sp>
      <p:pic>
        <p:nvPicPr>
          <p:cNvPr id="3" name="Picture 2" descr="01_01_-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807" y="685800"/>
            <a:ext cx="445238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02 - Shop Page</a:t>
            </a:r>
          </a:p>
        </p:txBody>
      </p:sp>
      <p:pic>
        <p:nvPicPr>
          <p:cNvPr id="3" name="Picture 2" descr="02_02_-_Sho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272" y="685800"/>
            <a:ext cx="519545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03 - Product Detail Page</a:t>
            </a:r>
          </a:p>
        </p:txBody>
      </p:sp>
      <p:pic>
        <p:nvPicPr>
          <p:cNvPr id="3" name="Picture 2" descr="03_03_-_Product_Detai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93" y="685800"/>
            <a:ext cx="504701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04 - Category Page</a:t>
            </a:r>
          </a:p>
        </p:txBody>
      </p:sp>
      <p:pic>
        <p:nvPicPr>
          <p:cNvPr id="3" name="Picture 2" descr="04_04_-_Category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350" y="685800"/>
            <a:ext cx="635329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05 - Shopping Cart</a:t>
            </a:r>
          </a:p>
        </p:txBody>
      </p:sp>
      <p:pic>
        <p:nvPicPr>
          <p:cNvPr id="3" name="Picture 2" descr="05_05_-_Shopping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49" y="685799"/>
            <a:ext cx="76581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06 - Checkout Page</a:t>
            </a:r>
          </a:p>
        </p:txBody>
      </p:sp>
      <p:pic>
        <p:nvPicPr>
          <p:cNvPr id="3" name="Picture 2" descr="06_06_-_Checkou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49" y="685799"/>
            <a:ext cx="66675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07 - Login Page</a:t>
            </a:r>
          </a:p>
        </p:txBody>
      </p:sp>
      <p:pic>
        <p:nvPicPr>
          <p:cNvPr id="3" name="Picture 2" descr="07_07_-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99" y="685799"/>
            <a:ext cx="6477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08 - Sign Up Page</a:t>
            </a:r>
          </a:p>
        </p:txBody>
      </p:sp>
      <p:pic>
        <p:nvPicPr>
          <p:cNvPr id="3" name="Picture 2" descr="08_08_-_Sign_U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299" y="685799"/>
            <a:ext cx="81534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09 - About Us Page</a:t>
            </a:r>
          </a:p>
        </p:txBody>
      </p:sp>
      <p:pic>
        <p:nvPicPr>
          <p:cNvPr id="3" name="Picture 2" descr="09_09_-_About_U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77" y="685800"/>
            <a:ext cx="1003244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10 - Contact Us Page</a:t>
            </a:r>
          </a:p>
        </p:txBody>
      </p:sp>
      <p:pic>
        <p:nvPicPr>
          <p:cNvPr id="3" name="Picture 2" descr="10_10_-_Contact_U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41" y="685800"/>
            <a:ext cx="873471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11 - Lookbook Page</a:t>
            </a:r>
          </a:p>
        </p:txBody>
      </p:sp>
      <p:pic>
        <p:nvPicPr>
          <p:cNvPr id="3" name="Picture 2" descr="11_11_-_Lookbook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23" y="685800"/>
            <a:ext cx="848515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141414"/>
                </a:solidFill>
                <a:latin typeface="Aptos Display"/>
              </a:defRPr>
            </a:pPr>
            <a:r>
              <a:t>12 - Footer / Newsletter</a:t>
            </a:r>
          </a:p>
        </p:txBody>
      </p:sp>
      <p:pic>
        <p:nvPicPr>
          <p:cNvPr id="3" name="Picture 2" descr="12_12_-_Footer___News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44" y="685800"/>
            <a:ext cx="10681310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